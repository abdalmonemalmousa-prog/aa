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18872"/>
            <a:ext cx="2286000" cy="475488"/>
          </a:xfrm>
          <a:prstGeom prst="rect">
            <a:avLst/>
          </a:prstGeom>
        </p:spPr>
      </p:pic>
      <p:sp>
        <p:nvSpPr>
          <p:cNvPr id="3" name="Header line"/>
          <p:cNvSpPr/>
          <p:nvPr/>
        </p:nvSpPr>
        <p:spPr>
          <a:xfrm>
            <a:off x="502920" y="685800"/>
            <a:ext cx="8138160" cy="0"/>
          </a:xfrm>
          <a:prstGeom prst="line">
            <a:avLst/>
          </a:prstGeom>
          <a:noFill/>
          <a:ln w="12700">
            <a:solidFill>
              <a:srgbClr val="8C8A7E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502920" y="74980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a clear organizational structure for all departments</a:t>
            </a:r>
            <a:endParaRPr lang="en-US" sz="2000" dirty="0"/>
          </a:p>
        </p:txBody>
      </p:sp>
      <p:sp>
        <p:nvSpPr>
          <p:cNvPr id="5" name="Subtitle"/>
          <p:cNvSpPr txBox="1"/>
          <p:nvPr/>
        </p:nvSpPr>
        <p:spPr>
          <a:xfrm>
            <a:off x="2286000" y="1188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RK Organizational Chart Structure</a:t>
            </a:r>
            <a:endParaRPr lang="en-US" sz="1400" dirty="0"/>
          </a:p>
        </p:txBody>
      </p:sp>
      <p:sp>
        <p:nvSpPr>
          <p:cNvPr id="6" name="Left column"/>
          <p:cNvSpPr txBox="1"/>
          <p:nvPr/>
        </p:nvSpPr>
        <p:spPr>
          <a:xfrm>
            <a:off x="457200" y="164592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Dr. Rashid Al Kaitoob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CEO, General Manager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Dr. Mahmoud Awad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Deputy General Manager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Abdullah Al Ali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Development and International Relations Manager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Dr. Ward Shueibi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Finance, HR and Audit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Aaya Morgan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Officer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Erica Cornes</a:t>
            </a:r>
            <a:endParaRPr lang="en-US" sz="1200" dirty="0"/>
          </a:p>
        </p:txBody>
      </p:sp>
      <p:sp>
        <p:nvSpPr>
          <p:cNvPr id="7" name="Right column"/>
          <p:cNvSpPr txBox="1"/>
          <p:nvPr/>
        </p:nvSpPr>
        <p:spPr>
          <a:xfrm>
            <a:off x="4572000" y="164592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Consultant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Dr. Mahmoud Abdulmonaem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Consultant AND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Hossam Saad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Researcher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Shriff Arafa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Researcher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Riham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Operations Manager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Eiad Esber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Manager and Follow-up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Jamil Kabbani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and FinTech Manager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Omar Al Ali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S&amp;M Manager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Assistant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Sales</a:t>
            </a:r>
            <a:endParaRPr lang="en-US" sz="1200" dirty="0"/>
          </a:p>
        </p:txBody>
      </p:sp>
      <p:sp>
        <p:nvSpPr>
          <p:cNvPr id="8" name="Footer band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868164"/>
          </a:solidFill>
          <a:ln w="12700">
            <a:solidFill>
              <a:srgbClr val="86816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RK Organizational Chart Structure</dc:title>
  <dc:subject>PptxGenJS Presentation</dc:subject>
  <dc:creator>PptxGenJS</dc:creator>
  <cp:lastModifiedBy>PptxGenJS</cp:lastModifiedBy>
  <cp:revision>1</cp:revision>
  <dcterms:created xsi:type="dcterms:W3CDTF">2026-10-23T12:49:44Z</dcterms:created>
  <dcterms:modified xsi:type="dcterms:W3CDTF">2026-10-23T12:49:44Z</dcterms:modified>
</cp:coreProperties>
</file>