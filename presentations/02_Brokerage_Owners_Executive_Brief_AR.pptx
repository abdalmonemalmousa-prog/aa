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عرض" id="{0963b124-c0ae-b1ab-2cc7-8936cc36c10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2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شراكة الحماية القانونية للمستثمرين</a:t>
            </a:r>
            <a:endParaRPr lang="ar-AE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accent2"/>
                </a:solidFill>
              </a:rPr>
              <a:t>عرض موجز لأصحاب شركات الوساطة العقارية</a:t>
            </a:r>
            <a:endParaRPr lang="ar-AE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راشد الكيتوب للمحاماة والاستشارات القانونية · دبي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نجتمع اليوم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الافتتاح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539496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2103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لسنا هنا لبيع خدمة قانونية تقليدية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862072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00" dirty="0">
                <a:solidFill>
                  <a:schemeClr val="bg2"/>
                </a:solidFill>
              </a:rPr>
              <a:t>نبني معكم خدمة حماية متكاملة للمستثمر العقاري، تصبح جزءاً من قيمة ما تقدمونه لعملائكم.</a:t>
            </a:r>
            <a:endParaRPr lang="ar-AE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77800" indent="-177800"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المشكلة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أغلب المستثمرين الأجانب يشترون عقارات بملايين الدراهم بدون أي وصية أو هيكلة قانونية.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ما قد يحدث عند أي طارئ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تجميد الحسابات، تعطيل نقل الملكية، نزاعات عائلية، ومشاكل تتعلق بالأطفال والورثة.</a:t>
            </a:r>
            <a:endParaRPr lang="ar-AE" sz="1300" dirty="0"/>
          </a:p>
          <a:p>
            <a:pPr algn="r" marL="177800" indent="-177800">
              <a:spcBef>
                <a:spcPts val="600"/>
              </a:spcBef>
              <a:buSzPct val="100000"/>
              <a:buChar char="•"/>
            </a:pPr>
            <a:r>
              <a:rPr lang="ar-AE" altLang="en-US" sz="1300" b="1" dirty="0">
                <a:solidFill>
                  <a:schemeClr val="tx1"/>
                </a:solidFill>
              </a:rPr>
              <a:t>الحل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شريك قانوني متخصص يتولى الجانب القانوني كاملاً، بينما تحتفظون أنتم بالعلاقة مع العميل.</a:t>
            </a:r>
            <a:endParaRPr lang="ar-AE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المكتب في أرقام</a:t>
            </a:r>
            <a:endParaRPr lang="ar-AE" sz="2600" dirty="0"/>
          </a:p>
        </p:txBody>
      </p:sp>
      <p:sp>
        <p:nvSpPr>
          <p:cNvPr id="3" name="Shape 1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سنة التأسيس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مكتب محاماة مرخّص في دبي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مجال قانوني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تقاضٍ واستشارات وصياغة عقود</a:t>
            </a:r>
            <a:endParaRPr lang="ar-AE" sz="1300" dirty="0"/>
          </a:p>
        </p:txBody>
      </p:sp>
      <p:sp>
        <p:nvSpPr>
          <p:cNvPr id="9" name="Shape 7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لغات عمل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العربية · الإنجليزية · الصينية · الروسية</a:t>
            </a:r>
            <a:endParaRPr lang="ar-AE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الخليج وآسيا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300" b="1" dirty="0">
                <a:solidFill>
                  <a:schemeClr val="bg1"/>
                </a:solidFill>
              </a:rPr>
              <a:t>حضور إقليمي ودولي</a:t>
            </a:r>
            <a:endParaRPr lang="ar-AE" sz="13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50" dirty="0">
                <a:solidFill>
                  <a:schemeClr val="accent2"/>
                </a:solidFill>
              </a:rPr>
              <a:t>مكتب صيني متخصص للمستثمرين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الذي يحصل عليه عميلكم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الخدمة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وصية صحيحة ومسجلة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متوافقة مع محاكم دبي أو أبوظبي أو DIFC أو ADGM بحسب حالته.</a:t>
            </a:r>
            <a:endParaRPr lang="ar-AE" sz="1400" dirty="0"/>
          </a:p>
        </p:txBody>
      </p:sp>
      <p:sp>
        <p:nvSpPr>
          <p:cNvPr id="7" name="Shape 4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86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حماية العقارات والحسابات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ترتيب مسبق يمنع التجميد ويحدد مسار انتقال الملكية.</a:t>
            </a:r>
            <a:endParaRPr lang="ar-AE" sz="1400" dirty="0"/>
          </a:p>
        </p:txBody>
      </p:sp>
      <p:sp>
        <p:nvSpPr>
          <p:cNvPr id="10" name="Shape 6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636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حماية العائلة والأطفال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تعيين الأوصياء وتحديد الورثة داخل الدولة وخارجها.</a:t>
            </a:r>
            <a:endParaRPr lang="ar-AE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item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086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هيكلة للشركات والأصول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Holding أو SPV أو مؤسسة بحسب حجم الاستثمار.</a:t>
            </a:r>
            <a:endParaRPr lang="ar-AE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الذي تكسبه شركتكم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القيمة للشريك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020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ar-A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0020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ثقة العميل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يشعر العميل أن وسيطه يهتم بحمايته وليس بالبيع فقط.</a:t>
            </a:r>
            <a:endParaRPr lang="ar-AE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874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ar-AE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8874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زيادة نسبة الإغلاق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المستثمر الأجنبي يرتاح أكثر عندما يعرف أن هناك حماية قانونية وحلولاً للإرث.</a:t>
            </a:r>
            <a:endParaRPr lang="ar-AE" sz="1400" dirty="0"/>
          </a:p>
        </p:txBody>
      </p:sp>
      <p:sp>
        <p:nvSpPr>
          <p:cNvPr id="10" name="Shape 8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29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ar-AE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7729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خدمة VIP إضافية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تقدّمون أنفسكم كمستشار استثمار متكامل (Full Investment Advisor).</a:t>
            </a:r>
            <a:endParaRPr lang="ar-AE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ar-AE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400" b="1" dirty="0">
                <a:solidFill>
                  <a:schemeClr val="tx1"/>
                </a:solidFill>
              </a:rPr>
              <a:t>دخل إضافي</a:t>
            </a:r>
            <a:endParaRPr lang="ar-AE" sz="14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150" dirty="0">
                <a:solidFill>
                  <a:schemeClr val="accent3"/>
                </a:solidFill>
              </a:rPr>
              <a:t>هيكل إحالة واضح ومنظم يحوّل الخدمة إلى مصدر دخل منتظم.</a:t>
            </a:r>
            <a:endParaRPr lang="ar-AE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العملية بسيطة جداً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Easy Process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أنتم تعرّفون العميل بالخدمة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جملة واحدة في التوقيت الصحيح، ورسالة تعريف موحّدة.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03961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96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نحن نتولى كل الجانب القانوني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الاستشارة، تقييم المخاطر، الصياغة، الترجمة، التوثيق، التسجيل.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394106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10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فريقنا يتابع العميل بالكامل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تواصل أولي خلال يوم عمل، وتحديثات منتظمة لكم وله.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184251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4251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أنتم تبقون بالصورة بدون أي مسؤولية قانونية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تقرير شهري، وتسوية العمولة وفق الاتفاقية.</a:t>
            </a:r>
            <a:endParaRPr lang="ar-AE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دوركم ودورنا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توزيع الأدوار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شركة الوساطة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تعرّف العميل بالخدمة وتحوّله إلينا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تقدّمها كقيمة مضافة ضمن عرضها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لا تقدّم أي استشارة قانونية ولا تضمن نتائج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تحصل على رسوم الإحالة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مكتب راشد الكيتوب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الاستشارة القانونية وإعداد الوصية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التسجيل والمتابعة مع الجهات الرسمية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حماية الوسيط من أي مسؤولية قانونية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خدمة بمستوى Concierge بأربع لغات</a:t>
            </a:r>
            <a:endParaRPr lang="ar-AE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نجهّزكم للانطلاق فوراً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ما نقدّمه لفريقكم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halkboard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ندوة مجانية لفريق المبيعات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بعنوان «كيف تحمي المستثمر الأجنبي في الإمارات».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ommen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استشارة أولية مجانية لعملائكم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لشرح الخيارات المناسبة لكل عميل.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FolderO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مواد تسويقية جاهزة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كتيّب، نص واتساب، أسئلة شائعة، وعرض تقديمي.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6616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خدمة Concierge لعملائكم المميزين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اجتماع في مكتب العميل أو منزله، تعامل VIP، تسجيل سريع.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669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التوقيت الأفضل</a:t>
            </a:r>
            <a:endParaRPr lang="ar-AE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150" dirty="0">
                <a:solidFill>
                  <a:schemeClr val="bg2"/>
                </a:solidFill>
              </a:rPr>
              <a:t>بعد الحجز، أثناء توقيع عقد البيع (SPA)، بعد التملك، أو أثناء الحديث عن الاستثمار طويل الأجل.</a:t>
            </a:r>
            <a:endParaRPr lang="ar-AE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الاتفاقية باختصار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الهيكل القانوني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آلية تحويل العملاء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رسالة تعريف موحّدة وتواصل منا خلال يوم عمل.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نسبة العمولة وآلية الدفع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نسبة ثابتة أو مبلغ لكل عميل، تُسوّى شهرياً.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السرية وحماية البيانات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اتفاقية عدم إفشاء وحماية كاملة لبيانات عملائكم.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لا مسؤولية قانونية عليكم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أنتم لا تقدمون استشارات قانونية؛ نحن نتحمل المسؤولية المهنية كاملة.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عدم التجاوز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حماية علاقتكم بعملائكم طوال مدة الشراكة.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0664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نبيع «وصية». نساعدكم على حماية عملائكم، ورفع قيمة خدماتكم، وزيادة ثقة المستثمر بكم.</a:t>
            </a:r>
            <a:endParaRPr lang="ar-AE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راشد الكيتوب للمحاماة والاستشارات القانونية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الخطوة التالية</a:t>
            </a:r>
            <a:endParaRPr lang="ar-A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اجتماع قصير لتوقيع اتفاقية التعاون وتحديد موعد ندوة فريق المبيعات</a:t>
            </a:r>
            <a:endParaRPr lang="ar-AE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شارع الشيخ زايد، برج سعيد 2، مكتب 501، دبي، الإمارات العربية المتحدة</a:t>
            </a:r>
            <a:endParaRPr lang="ar-AE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+971 4 359 5552  |  جوال وواتساب: +971 52 107 4972</a:t>
            </a:r>
            <a:endParaRPr lang="ar-AE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ar-AE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الاثنين – الجمعة، 8:30 – 17:30  |  العربية · English · 中文 · Русский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شراكة الحماية القانونية للمستثمرين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2026-10-27T13:23:56Z</dcterms:created>
  <dcterms:modified xsi:type="dcterms:W3CDTF">2026-10-27T13:23:56Z</dcterms:modified>
</cp:coreProperties>
</file>