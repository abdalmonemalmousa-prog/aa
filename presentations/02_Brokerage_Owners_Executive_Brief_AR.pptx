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عرض" id="{66df6914-f2ae-2ea6-f16c-933433288a1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عدد الوصايا المسجلة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النصف الأول 2023*</c:v>
                  </c:pt>
                  <c:pt idx="1">
                    <c:v>النصف الأول 2024</c:v>
                  </c:pt>
                  <c:pt idx="2">
                    <c:v>النصف الأول 2025</c:v>
                  </c:pt>
                  <c:pt idx="3">
                    <c:v>سنة 2024*</c:v>
                  </c:pt>
                  <c:pt idx="4">
                    <c:v>سنة 2025</c:v>
                  </c:pt>
                  <c:pt idx="5">
                    <c:v>الربع الأول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شراكة الحماية القانونية للمستثمرين</a:t>
            </a:r>
            <a:endParaRPr lang="ar-AE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عرض موجز لأصحاب شركات الوساطة العقارية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نجتمع اليوم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الافتتاح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لسنا هنا لبيع خدمة قانونية تقليدية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862072"/>
            <a:ext cx="2651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00" dirty="0">
                <a:solidFill>
                  <a:schemeClr val="bg2"/>
                </a:solidFill>
              </a:rPr>
              <a:t>نبني معكم خدمة حماية متكاملة للمستثمر العقاري، تصبح جزءاً من قيمة ما تقدمونه لعملائكم.</a:t>
            </a:r>
            <a:endParaRPr lang="ar-AE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المشكلة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أغلب المستثمرين الأجانب يشترون عقارات بملايين الدراهم بدون أي وصية أو هيكلة قانونية.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ما قد يحدث عند أي طارئ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تجميد الحسابات، تعطيل نقل الملكية، نزاعات عائلية، ومشاكل تتعلق بالأطفال والورثة.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الحل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شريك قانوني متخصص يتولى الجانب القانوني كاملاً، بينما تحتفظون أنتم بالعلاقة مع العميل.</a:t>
            </a:r>
            <a:endParaRPr lang="ar-AE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المكتب في أرقام</a:t>
            </a:r>
            <a:endParaRPr lang="ar-AE" sz="2600" dirty="0"/>
          </a:p>
        </p:txBody>
      </p:sp>
      <p:sp>
        <p:nvSpPr>
          <p:cNvPr id="3" name="Shape 1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سنة التأسيس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محاماة مرخّص في دبي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مجال قانوني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تقاضٍ واستشارات وصياغة عقود</a:t>
            </a:r>
            <a:endParaRPr lang="ar-AE" sz="1300" dirty="0"/>
          </a:p>
        </p:txBody>
      </p:sp>
      <p:sp>
        <p:nvSpPr>
          <p:cNvPr id="9" name="Shape 7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لغات عمل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العربية · الإنجليزية · الصينية · الروسية</a:t>
            </a:r>
            <a:endParaRPr lang="ar-AE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الخليج وآسيا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حضور إقليمي ودولي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صيني متخصص للمستثمرين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الواقع بأربعة 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المقيمين الأجانب لم يبدأوا وصية بعد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YouGov، سبتمبر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ar-AE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لغير المسلمين منذ 2015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DIFC (أكثر من 14,000) + أبوظبي (21,000)، في دولة يفوق سكانها 11 مليوناً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 عمل متوسط التسوية الودية للتركات في دبي (2025)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24 يوماً في 2024 و81 يوماً للتقاضي في 2023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تريليون $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أصول العائلات الخليجية تنتقل للجيل التالي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وأقل من ثلث الشركات العائلية لديها خطة خلافة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المصادر: محاكم مركز دبي المالي العالمي، دائرة القضاء في أبوظبي، محاكم دبي، استطلاع YouGov (سبتمبر 2026)، Khaleej Times / Gulf News. التفاصيل في عرض «الوصايا والميراث في الإمارات: ما تقوله الأرقام».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تسارع واضح في التسجيل السنوي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نمو الربع الأول 2026 مقارنة بالربع الأول 2025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2025: 2,220 وصية (+22%). طلبات تنفيذ الوصايا (Probate): 41 طلباً في 2025 (+37%)، و27 أمراً في النصف الأول 2025 وحده.</a:t>
            </a:r>
            <a:endParaRPr lang="ar-AE" sz="1000" dirty="0"/>
          </a:p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* أرقام محسوبة من نسب النمو المعلنة.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الشركات العائلية في الخليج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الناتج المحلي الخليجي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تساهم به الشركات العائلية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القوى العاملة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يعملون في شركات عائلية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القطاع الخاص في الإمارات والسعودية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شركات مملوكة لعائلات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ar-AE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أصول تنتقل بين الأجيال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في دول مجلس التعاون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جلف نيوز، فبراير 2023 (Jersey Finance)؛ خليج تايمز، مايو 2026 (جامعة جورجتاون، برنامج دبي).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الذي يحصل عليه عميلكم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الخدمة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وصية صحيحة ومسجلة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متوافقة مع محاكم دبي أو أبوظبي أو DIFC أو ADGM بحسب حالته.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حماية العقارات والحسابات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ترتيب مسبق يمنع التجميد ويحدد مسار انتقال الملكية.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حماية العائلة والأطفال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تعيين الأوصياء وتحديد الورثة داخل الدولة وخارجها.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هيكلة للشركات والأصول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Holding أو SPV أو مؤسسة بحسب حجم الاستثمار.</a:t>
            </a:r>
            <a:endParaRPr lang="ar-AE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الذي تكسبه شركتكم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القيمة للشريك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020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ar-AE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0020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ثقة العميل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يشعر العميل أن وسيطه يهتم بحمايته وليس بالبيع فقط.</a:t>
            </a:r>
            <a:endParaRPr lang="ar-AE" sz="1400" dirty="0"/>
          </a:p>
        </p:txBody>
      </p:sp>
      <p:sp>
        <p:nvSpPr>
          <p:cNvPr id="7" name="Shape 5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874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ar-AE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8874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زيادة نسبة الإغلاق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المستثمر الأجنبي يرتاح أكثر عندما يعرف أن هناك حماية قانونية وحلولاً للإرث.</a:t>
            </a:r>
            <a:endParaRPr lang="ar-AE" sz="1400" dirty="0"/>
          </a:p>
        </p:txBody>
      </p:sp>
      <p:sp>
        <p:nvSpPr>
          <p:cNvPr id="10" name="Shape 8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29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ar-AE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7729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خدمة VIP إضافية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تقدّمون أنفسكم كمستشار استثمار متكامل (Full Investment Advisor).</a:t>
            </a:r>
            <a:endParaRPr lang="ar-AE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ar-AE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دخل إضافي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هيكل إحالة واضح ومنظم يحوّل الخدمة إلى مصدر دخل منتظم.</a:t>
            </a:r>
            <a:endParaRPr lang="ar-AE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العملية بسيطة جداً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Easy Process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أنتم تعرّفون العميل بالخدمة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جملة واحدة في التوقيت الصحيح، ورسالة تعريف موحّدة.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03961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961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نحن نتولى كل الجانب القانوني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الاستشارة، تقييم المخاطر، الصياغة، الترجمة، التوثيق، التسجيل.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فريقنا يتابع العميل بالكامل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تواصل أولي خلال يوم عمل، وتحديثات منتظمة لكم وله.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184251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425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أنتم تبقون بالصورة بدون أي مسؤولية قانونية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تقرير شهري، وتسوية العمولة وفق الاتفاقية.</a:t>
            </a:r>
            <a:endParaRPr lang="ar-AE" sz="1050" dirty="0"/>
          </a:p>
        </p:txBody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دوركم ودورنا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توزيع الأدوار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شركة الوساطة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تعرّف العميل بالخدمة وتحوّله إلينا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تقدّمها كقيمة مضافة ضمن عرضها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تقدّم أي استشارة قانونية ولا تضمن نتائج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تحصل على رسوم الإحالة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مكتب راشد الكيتوب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الاستشارة القانونية وإعداد الوصية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التسجيل والمتابعة مع الجهات الرسمية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الوسيط من أي مسؤولية قانونية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خدمة بمستوى Concierge بأربع لغات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نجهّزكم للانطلاق فوراً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نقدّمه لفريقكم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ندوة مجانية لفريق المبيعات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بعنوان «كيف تحمي المستثمر الأجنبي في الإمارات».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ommen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استشارة أولية مجانية لعملائكم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لشرح الخيارات المناسبة لكل عميل.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Folder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مواد تسويقية جاهزة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كتيّب، نص واتساب، أسئلة شائعة، وعرض تقديمي.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خدمة Concierge لعملائكم المميزين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اجتماع في مكتب العميل أو منزله، تعامل VIP، تسجيل سريع.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التوقيت الأفضل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بعد الحجز، أثناء توقيع عقد البيع (SPA)، بعد التملك، أو أثناء الحديث عن الاستثمار طويل الأجل.</a:t>
            </a:r>
            <a:endParaRPr lang="ar-AE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الاتفاقية باختصار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الهيكل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آلية تحويل العملاء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رسالة تعريف موحّدة وتواصل منا خلال يوم عمل.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نسبة العمولة وآلية الدفع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نسبة ثابتة أو مبلغ لكل عميل، تُسوّى شهرياً.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السرية وحماية البيانات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اتفاقية عدم إفشاء وحماية كاملة لبيانات عملائكم.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لا مسؤولية قانونية عليكم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أنتم لا تقدمون استشارات قانونية؛ نحن نتحمل المسؤولية المهنية كاملة.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التجاوز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حماية علاقتكم بعملائكم طوال مدة الشراكة.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نبيع «وصية». نساعدكم على حماية عملائكم، ورفع قيمة خدماتكم، وزيادة ثقة المستثمر بكم.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الخطوة التالية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اجتماع قصير لتوقيع اتفاقية التعاون وتحديد موعد ندوة فريق المبيعات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شراكة الحماية القانونية للمستثمرين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2026-10-27T14:33:25Z</dcterms:created>
  <dcterms:modified xsi:type="dcterms:W3CDTF">2026-10-27T14:33:25Z</dcterms:modified>
</cp:coreProperties>
</file>