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дложение" id="{b201e6c5-2962-2aac-948f-a4b09c6c9e6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Партнёрство по правовой защите инвесторов</a:t>
            </a:r>
            <a:endParaRPr lang="ru-RU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2"/>
                </a:solidFill>
              </a:rPr>
              <a:t>Краткая презентация для владельцев агентств недвижимости</a:t>
            </a:r>
            <a:endParaRPr lang="ru-RU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Rashid Alkaitoob Advocates &amp; Legal Consultants · Дубай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мы встречаемся сегодня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ВСТУПЛЕНИЕ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здесь не для продажи обычной юридической услуги</a:t>
            </a:r>
            <a:endParaRPr lang="ru-RU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26664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chemeClr val="bg2"/>
                </a:solidFill>
              </a:rPr>
              <a:t>Вместе с вами мы создаём комплексную услугу защиты для инвестора в недвижимость, которая становится частью ценности, которую вы даёте.</a:t>
            </a:r>
            <a:endParaRPr lang="ru-RU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Проблема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Большинство иностранных инвесторов покупают недвижимость на миллионы дирхамов без завещания и правовой структуры.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Что может произойти в экстренной ситуации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Заморозка счетов, блокировка передачи собственности, семейные споры и проблемы для детей и наследников.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Решение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Профильный юридический партнёр берёт на себя всю правовую сторону, а отношения с клиентом остаются у вас.</a:t>
            </a:r>
            <a:endParaRPr lang="ru-RU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Фирма в цифрах</a:t>
            </a:r>
            <a:endParaRPr lang="ru-RU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Год основания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Лицензированная юридическая фирма в Дубае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25717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46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546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Направлений практики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Судебные споры, консультации и договоры</a:t>
            </a:r>
            <a:endParaRPr lang="ru-RU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Рабочих языка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Арабский · Английский · Китайский · Русский</a:t>
            </a:r>
            <a:endParaRPr lang="ru-RU" sz="1300" dirty="0"/>
          </a:p>
        </p:txBody>
      </p:sp>
      <p:sp>
        <p:nvSpPr>
          <p:cNvPr id="12" name="Shape 10"/>
          <p:cNvSpPr/>
          <p:nvPr/>
        </p:nvSpPr>
        <p:spPr>
          <a:xfrm>
            <a:off x="68008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837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Залив и Азия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837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Региональное и международное присутствие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Отдельный китайский отдел для инвесторов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ваш клиент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УСЛУГА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Действительное завещание, внесённое в реестр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Совместимое с судами Дубая, Абу-Даби, DIFC или ADGM в зависимости от случая.</a:t>
            </a:r>
            <a:endParaRPr lang="ru-RU" sz="140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Защищённые недвижимость и счета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Механизмы, предотвращающие заморозку и закрепляющие порядок наследования.</a:t>
            </a:r>
            <a:endParaRPr lang="ru-RU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Защищённые семья и дети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Назначенные опекуны и определённые наследники в ОАЭ и за рубежом.</a:t>
            </a:r>
            <a:endParaRPr lang="ru-RU" sz="140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Sitem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Корпоративное структурирование и структурирование активов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Холдинг, SPV или фонд в зависимости от размера инвестиций.</a:t>
            </a:r>
            <a:endParaRPr lang="ru-RU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ваша компания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ЦЕННОСТЬ ДЛЯ ПАРТНЁРА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u-RU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Доверие клиента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Клиент видит брокера, который заботится о защите, а не только о продаже.</a:t>
            </a:r>
            <a:endParaRPr lang="ru-RU" sz="1400" dirty="0"/>
          </a:p>
        </p:txBody>
      </p:sp>
      <p:sp>
        <p:nvSpPr>
          <p:cNvPr id="7" name="Shape 5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291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u-RU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77291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Выше процент закрытия сделок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Иностранные инвесторы спокойнее, когда знают, что есть правовая защита и решения по наследству.</a:t>
            </a:r>
            <a:endParaRPr lang="ru-RU" sz="14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746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u-RU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8746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Дополнительный VIP-сервис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Вы позиционируете себя как полноценного инвестиционного советника.</a:t>
            </a:r>
            <a:endParaRPr lang="ru-RU" sz="1400" dirty="0"/>
          </a:p>
        </p:txBody>
      </p:sp>
      <p:sp>
        <p:nvSpPr>
          <p:cNvPr id="13" name="Shape 11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0201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ru-RU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00201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Дополнительный доход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Понятная и организованная реферальная структура, превращающая услугу в регулярный доход.</a:t>
            </a:r>
            <a:endParaRPr lang="ru-RU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очень прост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ПРОСТОЙ ПРОЦЕСС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Вы представляете услугу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Одна фраза в нужный момент плюс стандартное ознакомительное сообщение.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255574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57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Мы берём на себя всю правовую сторону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Консультация, оценка рисков, составление, перевод, нотариальное заверение, регистрация.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Наша команда ведёт клиента от начала до конца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Первый контакт в течение одного рабочего дня, регулярные обновления для вас и клиента.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675284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28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Вы в курсе дел без какой-либо юридической ответственности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Ежемесячный отчёт и комиссия, выплачиваемая по соглашению.</a:t>
            </a:r>
            <a:endParaRPr lang="ru-RU" sz="105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роль и наша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РАСПРЕДЕЛЕНИЕ РОЛЕЙ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Агентство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Представляет услугу и направляет клиента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Представляет её как дополнительную ценность в своём предложении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Не даёт юридических консультаций и не гарантирует результатов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Получает реферальное вознаграждение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Rashid Alkaitoob Advocates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Юридическая консультация и составление завещания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Регистрация и взаимодействие с органами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Защищает брокера от любой юридической ответственности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Сервис уровня консьерж на четырёх языках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запускаем вас сразу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ЧТО МЫ ДАЁМ ВАШЕЙ КОМАНДЕ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halkboard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Бесплатный семинар для вашего отдела продаж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Под названием «Как защитить иностранных инвесторов в ОАЭ».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ommen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Бесплатная первая консультация для ваших клиентов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Чтобы объяснить варианты, подходящие каждому клиенту.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FolderOp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Готовые маркетинговые материалы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Брошюра, текст для WhatsApp, FAQ и презентация.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r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Консьерж-сервис для ваших ключевых клиентов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Встречи в офисе или дома у клиента, VIP-сопровождение, ускоренная регистрация.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Лучший момент</a:t>
            </a:r>
            <a:endParaRPr lang="ru-RU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После бронирования, при подписании SPA, после передачи объекта или при обсуждении долгосрочных инвестиций.</a:t>
            </a:r>
            <a:endParaRPr lang="ru-RU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Соглашение вкратце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ПРАВОВАЯ СТРУКТУРА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Механизм направления клиентов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Стандартное представление и контакт с нашей стороны в течение одного рабочего дня.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Размер комиссии и выплата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Фиксированный процент или сумма за клиента, выплачивается ежемесячно.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Конфиденциальность и защита данных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NDA и полная защита данных ваших клиентов.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Никакой юридической ответственности для вас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Вы не даёте юридических консультаций; всю профессиональную ответственность несём мы.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Запрет обхода (non-circumvention)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Ваши отношения с клиентами защищены на протяжении всего партнёрства.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продаём «завещание». Мы помогаем вам защищать клиентов, повышать ценность ваших услуг и укреплять доверие инвесторов к вам.</a:t>
            </a:r>
            <a:endParaRPr lang="ru-RU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2"/>
                </a:solidFill>
              </a:rPr>
              <a:t>Rashid Alkaitoob Advocates &amp; Legal Consultants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 шаг</a:t>
            </a:r>
            <a:endParaRPr lang="ru-RU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Короткая встреча для подписания соглашения о сотрудничестве и назначения семинара для вашего отдела продаж</a:t>
            </a:r>
            <a:endParaRPr lang="ru-RU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Шейх Зайед Роуд, Saeed Tower 2, офис 501, Дубай, ОАЭ</a:t>
            </a:r>
            <a:endParaRPr lang="ru-RU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+971 4 359 5552  |  Моб. и WhatsApp: +971 52 107 4972</a:t>
            </a:r>
            <a:endParaRPr lang="ru-RU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ru-RU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Пн – Пт, 8:30 – 17:30  |  Арабский · Английский · Китайский · Русский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Партнёрство по правовой защите инвесторов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2026-10-27T13:23:57Z</dcterms:created>
  <dcterms:modified xsi:type="dcterms:W3CDTF">2026-10-27T13:23:57Z</dcterms:modified>
</cp:coreProperties>
</file>