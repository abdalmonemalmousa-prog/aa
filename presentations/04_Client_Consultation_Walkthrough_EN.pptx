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9379db52-f4d1-df0c-68db-def2c0da538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Your Assets and Family in the UAE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An introduction to legal planning options for investors and property owners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Welcome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THANK YOU FOR YOUR TIME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Handsha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pleased to meet you through our real estate partner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Our team specialises in wills, estate planning and asset protection for foreign investors and property owners in the UAE.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What you will take from this session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clear picture of what happens to your UAE assets, the options available, and the right one for your situation.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No obligation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This first consultation is free. Afterwards you receive one written proposal covering all costs.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In your language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Arabic, English, Chinese, Russian.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Who we are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RASHID ALKAITOOB ADVOCATES &amp; LEGAL CONSULTANTS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BuildingColumn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Licensed since 2014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UAE-licensed law firm on Sheikh Zayed Road, Dubai, representing individuals and companies before all court levels.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ScaleBalanc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10+ practice areas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Real estate, corporate, arbitration, personal status and estates, AML compliance, IP and more.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Glob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Regional and international reach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Established presence across the GCC and Asia, with a dedicated China desk for investors.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angu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Four working languages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Arabic, English, Chinese and Russian, so every client speaks directly with their counsel.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Handshak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Amicable settlement first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 pursue negotiation and mediation before litigation wherever possible, for the best outcome at the least cost.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UserShiel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Client-focused approach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Clear communication, scheduled updates, and practical solutions designed around each matter.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Why this matters to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WITHOUT PLANNING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Bank accounts may be frozen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Until an estate distribution order issues, stopping the family's daily expenses.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Property transfer may be delayed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Procedures differ by nationality, religion and family status.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Children and heirs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Without a document there is no appointed guardian for minors and no clear path for heirs at home or abroad.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Family disputes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lack of clarity invites conflict at the hardest time.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why investors plan ahead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A simple arrangement today protects your investment and your family, and keeps procedures simple with documents ready.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With and without planning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COMPARISON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Without a will or structure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Legal procedures that vary by case and nationality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Possible freezing of accounts and property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Longer time and higher cost for the heirs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No appointed guardian for the children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Potential disputes between heirs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With a registered will and the right structure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clear path for ownership transfer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Protected accounts, property and companies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appointed guardian and defined shares for the children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Your preferred law or the structure you choose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Peace of mind for you and your family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we can protect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SCOPE OF PROTECTION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Property in the UAE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Residential, commercial and off-plan units.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Companies and shareholdings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Business continuity and the transfer of shares.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Bank accounts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Who receives them and how.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Children and guardianship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Appointing a guardian you trust for minors.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Glob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Heirs inside and outside the UAE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Coordination with any will in your home country.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LayerGrou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Assets in more than one country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Holding structures, foundations or trusts.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Where wills are registered in the UAE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Dubai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of non-Muslim wills with Dubai Courts under the non-Muslim personal status rules.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Abu Dhabi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with the Abu Dhabi Judicial Department for clients who prefer this route.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DIFC wills registry for non-Muslims, in English, covering assets in the UAE.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ADGM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ADGM wills registry for non-Muslims, an alternative English-language route.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Sharia or foreign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determine the applicable law by the client's nationality, religion and wishes.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client is a distinct case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Nationality, religion, family status and where the assets sit decide the right route. That is why we always start with a discovery session, not with a will type.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Service types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OPTIONS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it covers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Who it suits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Individual will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Your UAE assets, guardians and executors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Any investor or resident with assets in the UAE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Spousal (mirror) wills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Two matching wills for spouses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Couples, especially with children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Property will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UAE real estate only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The property investor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Business will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Company shares and business continuity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Company owners and partners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Corporate structuring / holding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holding or SPV linked to the succession plan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Larger portfolios and multi-country assets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Foundation or trust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Family governance and wealth across generations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Families and high-net-worth individuals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We decide the right type and registry for you after the discovery questions in this session.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How we work with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FIVE STEPS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Discovery session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 learn your nationality, family status, assets, property, companies, children and accounts.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Risk assessment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 define what you really need: a will only, DIFC or ADGM, corporate structuring, a foundation or a holding.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One written proposal: scope, fees, timeline and registration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Drafting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The will, translation, witnesses and notarisation.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With the chosen authority, with direct follow-up and your registered copy delivered.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we need from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DOCUMENTS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Passpo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Identity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Passport, Emirates ID or residence visa if any.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Property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Title deeds or sale agreements for units in the UAE.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riefca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Companies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Trade licences, memoranda and shareholding details.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Accounts and other assets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list of accounts and investments; exact balances are not required.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User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Family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Details of spouse, children, heirs, and proposed guardians and executors.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handle the rest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Legal translation, witness coordination, notarisation, booking the registration and attending with you.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A concierge-level legal service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PREMIUM EXPERIENCE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We come to you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At the client's office or home.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VIP handling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dedicated counsel for every client.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Four languages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Arabic, English, Chinese, Russian.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Full coordination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Translation, witnesses, notarisation, registration.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Fast-track registration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Direct follow-up with the authorities.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Which option fits you?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DISCOVERY QUESTIONS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QUESTION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LIKELY DIRECTION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03535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property in the UAE?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Property or individual will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854926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5421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854926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companies or shares?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854926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Business will or corporate structuring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46811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8730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246811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children?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246811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Guardianship provisions, spousal wills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638697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6791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638697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Are your heirs inside or outside the UAE?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638697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Choice of registry and applicable law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030583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07107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030583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local bank accounts?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030583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Covered expressly in the will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422469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462963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422469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hold assets in more than one country?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422469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Foundation, trust or holding company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814354"/>
            <a:ext cx="8229600" cy="318734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31" name="icon FaCircleQues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854849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14400" y="3814354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Your home-country law or a different structure?</a:t>
            </a:r>
            <a:endParaRPr lang="en-US" sz="1150" dirty="0"/>
          </a:p>
        </p:txBody>
      </p:sp>
      <p:sp>
        <p:nvSpPr>
          <p:cNvPr id="33" name="Text 24"/>
          <p:cNvSpPr txBox="1"/>
          <p:nvPr/>
        </p:nvSpPr>
        <p:spPr>
          <a:xfrm>
            <a:off x="5166360" y="3814354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DIFC, ADGM or local courts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At the end of the session we recommend one clear option and send your proposal within 48 hours.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Questions our clients often ask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FAQ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Can I leave it for later?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Yes, but most clients arrange it right after a purchase, while procedures are easiest and documents are ready.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Does the will cover my assets outside the UAE?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design the will for your UAE assets and coordinate it with any will in your home country.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In which language is the will?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By registry: English or Arabic with a certified legal translation.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Can I change it later?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Yes. It is updated when your assets or family change, and we follow that up with you.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How long does it take?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proposal sets out an exact timeline by registry and service type.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Beyond the will: a lifetime legal relationship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YOUR LEGAL PARTNER IN THE UAE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Infin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counsel for all your needs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One team that knows your situation and assets, with you at every future investment or family step.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Ownership transfers and property registration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Company formation and tax structuring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Family office, foundations and trusts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Contracts, investments and partnerships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Representation in any dispute before courts and arbitration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will is about death; asset protection is about investment and security. What we arrange today protects what you have built and those you love.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next step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We send your proposal within 48 hours and book drafting and registration at a time that suits you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1"/>
                </a:solidFill>
              </a:rPr>
              <a:t>Rashid Alkaitoob Advocates &amp; Legal Consultants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Protecting Your Assets and Family in the UAE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2026-10-26T11:14:59Z</dcterms:created>
  <dcterms:modified xsi:type="dcterms:W3CDTF">2026-10-26T11:14:59Z</dcterms:modified>
</cp:coreProperties>
</file>